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2"/>
    <p:restoredTop sz="94658"/>
  </p:normalViewPr>
  <p:slideViewPr>
    <p:cSldViewPr snapToGrid="0">
      <p:cViewPr varScale="1">
        <p:scale>
          <a:sx n="99" d="100"/>
          <a:sy n="99" d="100"/>
        </p:scale>
        <p:origin x="19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FR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FR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A1297-67BB-EAD1-1AE9-5B26DDBB7E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FR" dirty="0"/>
              <a:t>Phd thesis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92EB9E-A6E0-88E0-705E-F5EC452F5B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FR" dirty="0"/>
              <a:t>Particle Based Modelling of Scrap Handling for Green Steel Production</a:t>
            </a:r>
          </a:p>
          <a:p>
            <a:endParaRPr lang="en-F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8BD64C-A677-9742-DDED-E5F5047FC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1579" y="0"/>
            <a:ext cx="2046125" cy="17194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B97F0D-6FDE-8B09-9B00-8EA62A632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2943" y="-340117"/>
            <a:ext cx="4933414" cy="265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076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43EE9-CEC9-0931-5474-22705F201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663137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E8B5472-CA0A-DBD5-1850-8D985B241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30" y="300243"/>
            <a:ext cx="7772400" cy="52787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3D3EF0-9E86-8A98-5F6C-9F1C53BC0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066" y="5732977"/>
            <a:ext cx="5829300" cy="723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C4D70A-6DC0-D60D-73CF-ED07253353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6622" y="2082979"/>
            <a:ext cx="7226300" cy="30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425226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2725</TotalTime>
  <Words>13</Words>
  <Application>Microsoft Macintosh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Franklin Gothic Book</vt:lpstr>
      <vt:lpstr>Crop</vt:lpstr>
      <vt:lpstr>Phd thesis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Tongue Kevin</dc:creator>
  <cp:lastModifiedBy>Tongue Kevin</cp:lastModifiedBy>
  <cp:revision>3</cp:revision>
  <dcterms:created xsi:type="dcterms:W3CDTF">2026-09-15T09:22:19Z</dcterms:created>
  <dcterms:modified xsi:type="dcterms:W3CDTF">2026-09-17T06:48:08Z</dcterms:modified>
</cp:coreProperties>
</file>